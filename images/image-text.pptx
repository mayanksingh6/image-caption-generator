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95" r:id="rId7"/>
    <p:sldId id="294" r:id="rId8"/>
    <p:sldId id="296" r:id="rId9"/>
    <p:sldId id="297" r:id="rId10"/>
    <p:sldId id="298" r:id="rId11"/>
    <p:sldId id="299" r:id="rId12"/>
    <p:sldId id="300" r:id="rId13"/>
    <p:sldId id="302" r:id="rId14"/>
    <p:sldId id="3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80674-C9F4-7A00-FE58-48D73A44DD31}" v="297" dt="2025-06-05T19:05:05.289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204" autoAdjust="0"/>
  </p:normalViewPr>
  <p:slideViewPr>
    <p:cSldViewPr snapToGrid="0">
      <p:cViewPr>
        <p:scale>
          <a:sx n="100" d="100"/>
          <a:sy n="100" d="100"/>
        </p:scale>
        <p:origin x="-106" y="-56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/>
          <a:p>
            <a:r>
              <a:rPr lang="en-US" b="0" dirty="0"/>
              <a:t>Building a Local Image-to-Caption App</a:t>
            </a:r>
            <a:endParaRPr lang="en-US" dirty="0"/>
          </a:p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CDB99A8-E70F-B5AE-25F1-1667C02A6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6"/>
            <a:ext cx="6449785" cy="102958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Using BLIP Model + </a:t>
            </a:r>
            <a:r>
              <a:rPr lang="en-US" dirty="0" err="1">
                <a:ea typeface="+mn-lt"/>
                <a:cs typeface="+mn-lt"/>
              </a:rPr>
              <a:t>HuggingFace</a:t>
            </a:r>
            <a:r>
              <a:rPr lang="en-US" dirty="0">
                <a:ea typeface="+mn-lt"/>
                <a:cs typeface="+mn-lt"/>
              </a:rPr>
              <a:t> Transformers + </a:t>
            </a:r>
            <a:r>
              <a:rPr lang="en-US" dirty="0" err="1">
                <a:ea typeface="+mn-lt"/>
                <a:cs typeface="+mn-lt"/>
              </a:rPr>
              <a:t>Streamlit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Mayank Singh | </a:t>
            </a:r>
            <a:r>
              <a:rPr lang="en-US" dirty="0" err="1">
                <a:ea typeface="+mn-lt"/>
                <a:cs typeface="+mn-lt"/>
              </a:rPr>
              <a:t>ReSENSE</a:t>
            </a:r>
            <a:r>
              <a:rPr lang="en-US" dirty="0">
                <a:ea typeface="+mn-lt"/>
                <a:cs typeface="+mn-lt"/>
              </a:rPr>
              <a:t> Lab | June 2025</a:t>
            </a:r>
            <a:endParaRPr lang="en-US" dirty="0"/>
          </a:p>
          <a:p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65F17B-78C1-3ED8-FD1E-84C05090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Are We Building?</a:t>
            </a:r>
            <a:endParaRPr lang="en-US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Goal: Upload an image → AI generates a caption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Running locally: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BLIP model (Salesforce/blip-image-captioning-base)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HuggingFace</a:t>
            </a:r>
            <a:r>
              <a:rPr lang="en-US" dirty="0">
                <a:ea typeface="+mn-lt"/>
                <a:cs typeface="+mn-lt"/>
              </a:rPr>
              <a:t> Transformers + </a:t>
            </a:r>
            <a:r>
              <a:rPr lang="en-US" dirty="0" err="1">
                <a:ea typeface="+mn-lt"/>
                <a:cs typeface="+mn-lt"/>
              </a:rPr>
              <a:t>PyTorch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app for UI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C7F3-A7C1-28A9-CCC1-A61F58B1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Local Instead of API?</a:t>
            </a:r>
            <a:endParaRPr lang="en-US" b="0" dirty="0">
              <a:solidFill>
                <a:srgbClr val="000000"/>
              </a:solidFill>
            </a:endParaRPr>
          </a:p>
          <a:p>
            <a:endParaRPr lang="en-US" b="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25E737-FC69-9722-CC53-A0B8156B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26CF9-D525-2D8B-EAFF-46845E713AC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,Sans-Serif"/>
              <a:buChar char="•"/>
            </a:pPr>
            <a:r>
              <a:rPr lang="en-US" sz="2400" dirty="0" err="1"/>
              <a:t>HuggingFace</a:t>
            </a:r>
            <a:r>
              <a:rPr lang="en-US" sz="2400" dirty="0"/>
              <a:t> API for BLIP caused errors: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,Sans-Serif"/>
              <a:buChar char="•"/>
            </a:pPr>
            <a:r>
              <a:rPr lang="en-US" sz="2400" dirty="0"/>
              <a:t>404 Not Found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,Sans-Serif"/>
              <a:buChar char="•"/>
            </a:pPr>
            <a:r>
              <a:rPr lang="en-US" sz="2400" err="1"/>
              <a:t>StopIteration</a:t>
            </a:r>
            <a:endParaRPr lang="en-US" sz="2400"/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,Sans-Serif"/>
              <a:buChar char="•"/>
            </a:pPr>
            <a:r>
              <a:rPr lang="en-US" sz="2400" err="1"/>
              <a:t>JSONDecodeError</a:t>
            </a:r>
            <a:endParaRPr lang="en-US" sz="2400"/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2400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67B9A7-22EF-AFA2-40DF-DF3A4371979D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Local BLIP model works fully: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 API limits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 token needed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 latency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Runs 100% offline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7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C95B-1E6F-BB1F-9039-D33C3F78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Architecture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35484-4730-88EA-F681-C1020E55C8C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→                       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→ Local </a:t>
            </a:r>
            <a:r>
              <a:rPr lang="en-US" dirty="0" err="1">
                <a:ea typeface="+mn-lt"/>
                <a:cs typeface="+mn-lt"/>
              </a:rPr>
              <a:t>HuggingFace</a:t>
            </a:r>
            <a:r>
              <a:rPr lang="en-US" dirty="0">
                <a:ea typeface="+mn-lt"/>
                <a:cs typeface="+mn-lt"/>
              </a:rPr>
              <a:t> BLIP Model (</a:t>
            </a:r>
            <a:r>
              <a:rPr lang="en-US" dirty="0" err="1">
                <a:ea typeface="+mn-lt"/>
                <a:cs typeface="+mn-lt"/>
              </a:rPr>
              <a:t>PyTorch</a:t>
            </a:r>
            <a:r>
              <a:rPr lang="en-US" dirty="0">
                <a:ea typeface="+mn-lt"/>
                <a:cs typeface="+mn-lt"/>
              </a:rPr>
              <a:t>) → Caption Output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431A-F9E7-DA0A-6937-7B931C2C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74899-E43E-88EF-D1EE-DEE65F6A4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260" y="3926507"/>
            <a:ext cx="2026856" cy="56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5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7AAE-0F9B-900F-7743-631FDE8D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Folder Structure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E2C5F7-E5F1-A331-885F-B191597E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10E55-B787-A471-171F-D5E677FE390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</a:t>
            </a:r>
            <a:r>
              <a:rPr lang="en-US" dirty="0">
                <a:ea typeface="+mn-lt"/>
                <a:cs typeface="+mn-lt"/>
              </a:rPr>
              <a:t>EN_AI/image-text/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app.py ← main app code</a:t>
            </a:r>
            <a:endParaRPr lang="en-US" dirty="0"/>
          </a:p>
          <a:p>
            <a:pPr marL="285750" indent="-285750">
              <a:buChar char="•"/>
            </a:pPr>
            <a:r>
              <a:rPr lang="en-US" dirty="0">
                <a:ea typeface="+mn-lt"/>
                <a:cs typeface="+mn-lt"/>
              </a:rPr>
              <a:t>requirements.txt ← dependencies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C2485D-8726-6F3E-78B3-B544B986AF8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Install Required Libraries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pip install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transformers pillow torch </a:t>
            </a:r>
            <a:r>
              <a:rPr lang="en-US" dirty="0" err="1">
                <a:ea typeface="+mn-lt"/>
                <a:cs typeface="+mn-lt"/>
              </a:rPr>
              <a:t>torchvision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torchaudio</a:t>
            </a:r>
            <a:r>
              <a:rPr lang="en-US" dirty="0">
                <a:ea typeface="+mn-lt"/>
                <a:cs typeface="+mn-lt"/>
              </a:rPr>
              <a:t> --index-</a:t>
            </a:r>
            <a:r>
              <a:rPr lang="en-US" dirty="0" err="1">
                <a:ea typeface="+mn-lt"/>
                <a:cs typeface="+mn-lt"/>
              </a:rPr>
              <a:t>url</a:t>
            </a:r>
            <a:r>
              <a:rPr lang="en-US" dirty="0">
                <a:ea typeface="+mn-lt"/>
                <a:cs typeface="+mn-lt"/>
              </a:rPr>
              <a:t> https://download.pytorch.org/whl/cpu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94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D4B5-84FC-68AF-887D-9E430F1F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1078915"/>
          </a:xfrm>
        </p:spPr>
        <p:txBody>
          <a:bodyPr>
            <a:normAutofit/>
          </a:bodyPr>
          <a:lstStyle/>
          <a:p>
            <a:r>
              <a:rPr lang="en-US" b="0" dirty="0"/>
              <a:t>BLIP 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FC298-EF5F-9ACE-EE5B-6D751AC45C4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1816921"/>
            <a:ext cx="6338888" cy="415149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Model: Salesforce/blip-image-captioning-base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Supports Image-to-Text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Runs on </a:t>
            </a:r>
            <a:r>
              <a:rPr lang="en-US" sz="4000" cap="all" dirty="0" err="1">
                <a:solidFill>
                  <a:srgbClr val="224E7F"/>
                </a:solidFill>
                <a:ea typeface="+mn-lt"/>
                <a:cs typeface="+mn-lt"/>
              </a:rPr>
              <a:t>PyTorch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Available in </a:t>
            </a:r>
            <a:r>
              <a:rPr lang="en-US" sz="4000" cap="all" dirty="0" err="1">
                <a:solidFill>
                  <a:srgbClr val="224E7F"/>
                </a:solidFill>
                <a:ea typeface="+mn-lt"/>
                <a:cs typeface="+mn-lt"/>
              </a:rPr>
              <a:t>HuggingFace</a:t>
            </a:r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 Transformers library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4000" cap="all" dirty="0">
                <a:solidFill>
                  <a:srgbClr val="224E7F"/>
                </a:solidFill>
                <a:ea typeface="+mn-lt"/>
                <a:cs typeface="+mn-lt"/>
              </a:rPr>
              <a:t>No special API key needed</a:t>
            </a:r>
            <a:endParaRPr lang="en-US"/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4000" cap="all" dirty="0">
              <a:solidFill>
                <a:srgbClr val="224E7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348D4-562F-809E-8165-2DB568D2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96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90DC-4D9D-5425-BF91-654F72B3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the model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D03C6-3180-EB29-C635-1044897932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22E52F-D875-428D-2141-3A47A94F2833}"/>
              </a:ext>
            </a:extLst>
          </p:cNvPr>
          <p:cNvPicPr>
            <a:picLocks noGrp="1" noChangeAspect="1"/>
          </p:cNvPicPr>
          <p:nvPr>
            <p:ph sz="half" idx="16"/>
          </p:nvPr>
        </p:nvPicPr>
        <p:blipFill>
          <a:blip r:embed="rId2"/>
          <a:stretch>
            <a:fillRect/>
          </a:stretch>
        </p:blipFill>
        <p:spPr>
          <a:xfrm>
            <a:off x="3803953" y="2789222"/>
            <a:ext cx="7607081" cy="2738111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FB868-F14F-D79C-4762-1CC2C6C7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9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C33E-4983-594B-FE41-CCFB55A6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the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28C2C-5F80-60E2-7619-504AF7F8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8C097-1E77-A3C4-9395-CCDBF5CA0309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762001" y="2501915"/>
            <a:ext cx="5663308" cy="3836587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C5DBAC-B8A8-12BC-C080-225C8FD94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714" y="2499800"/>
            <a:ext cx="5790894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7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E34F-5B40-CBBA-1DE8-D04901AE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issues/fixes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ED964-1905-19D2-B8D8-FA6416E4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8B1A3EC-89B7-988B-79BA-9E4882C9CDDD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1285811698"/>
              </p:ext>
            </p:extLst>
          </p:nvPr>
        </p:nvGraphicFramePr>
        <p:xfrm>
          <a:off x="771525" y="2590800"/>
          <a:ext cx="9381996" cy="3614116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690998">
                  <a:extLst>
                    <a:ext uri="{9D8B030D-6E8A-4147-A177-3AD203B41FA5}">
                      <a16:colId xmlns:a16="http://schemas.microsoft.com/office/drawing/2014/main" val="1043651147"/>
                    </a:ext>
                  </a:extLst>
                </a:gridCol>
                <a:gridCol w="4690998">
                  <a:extLst>
                    <a:ext uri="{9D8B030D-6E8A-4147-A177-3AD203B41FA5}">
                      <a16:colId xmlns:a16="http://schemas.microsoft.com/office/drawing/2014/main" val="1481818957"/>
                    </a:ext>
                  </a:extLst>
                </a:gridCol>
              </a:tblGrid>
              <a:tr h="903529">
                <a:tc>
                  <a:txBody>
                    <a:bodyPr/>
                    <a:lstStyle/>
                    <a:p>
                      <a:r>
                        <a:rPr lang="en-US"/>
                        <a:t>ImportError: No module named 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Install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9474"/>
                  </a:ext>
                </a:extLst>
              </a:tr>
              <a:tr h="903529">
                <a:tc>
                  <a:txBody>
                    <a:bodyPr/>
                    <a:lstStyle/>
                    <a:p>
                      <a:r>
                        <a:rPr lang="en-US"/>
                        <a:t>Slow first 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BLIP model downloads first time (~500 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019"/>
                  </a:ext>
                </a:extLst>
              </a:tr>
              <a:tr h="903529">
                <a:tc>
                  <a:txBody>
                    <a:bodyPr/>
                    <a:lstStyle/>
                    <a:p>
                      <a:r>
                        <a:rPr lang="en-US"/>
                        <a:t>Streamlit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Ensure correct Python version (3.9/3.10)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61378"/>
                  </a:ext>
                </a:extLst>
              </a:tr>
              <a:tr h="903529">
                <a:tc>
                  <a:txBody>
                    <a:bodyPr/>
                    <a:lstStyle/>
                    <a:p>
                      <a:r>
                        <a:rPr lang="en-US"/>
                        <a:t>CUDA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CPU version of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189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40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24AE-2D28-0DCC-9E7C-FD0C7FFC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B995-C951-E2E8-970D-8BE1E317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8B07E-64EC-A102-1BBC-4C8753AB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9" b="-4"/>
          <a:stretch>
            <a:fillRect/>
          </a:stretch>
        </p:blipFill>
        <p:spPr>
          <a:xfrm>
            <a:off x="5645989" y="2590800"/>
            <a:ext cx="4515035" cy="372671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AABB11-C373-6AB2-3CBA-5E48D38BF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53" y="2587256"/>
            <a:ext cx="5191695" cy="3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4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94BB-4E9D-B5AD-28AD-6B513910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718399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BC6AB-5AC7-D0E3-B54B-163A3C8BA64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1579308"/>
            <a:ext cx="6338888" cy="4389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Built local Image-to-Caption app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Tools used: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Streamlit</a:t>
            </a:r>
            <a:endParaRPr lang="en-US" dirty="0" err="1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HuggingFace</a:t>
            </a:r>
            <a:r>
              <a:rPr lang="en-US" dirty="0">
                <a:ea typeface="+mn-lt"/>
                <a:cs typeface="+mn-lt"/>
              </a:rPr>
              <a:t> Transformers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PyTorch</a:t>
            </a:r>
            <a:endParaRPr lang="en-US" dirty="0" err="1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BLIP model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 API required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Fast, reliable, runs offline!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58B1-B49B-50EC-4799-1E5CBB4B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77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9B7A9F-83D5-4264-91C0-B309A9EDBFB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1950151-0FE0-482F-ADBD-EE52BFC46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499</Words>
  <Application>Microsoft Office PowerPoint</Application>
  <PresentationFormat>Widescreen</PresentationFormat>
  <Paragraphs>124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Building a Local Image-to-Caption App </vt:lpstr>
      <vt:lpstr>What Are We Building? </vt:lpstr>
      <vt:lpstr>Why Local Instead of API?  </vt:lpstr>
      <vt:lpstr>Architecture </vt:lpstr>
      <vt:lpstr>Project Folder Structure </vt:lpstr>
      <vt:lpstr>BLIP MODEL USED</vt:lpstr>
      <vt:lpstr>Loading the model</vt:lpstr>
      <vt:lpstr>Loading the streamlit app</vt:lpstr>
      <vt:lpstr>Common issues/fixes</vt:lpstr>
      <vt:lpstr>outputs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115</cp:revision>
  <dcterms:created xsi:type="dcterms:W3CDTF">2025-06-05T18:34:06Z</dcterms:created>
  <dcterms:modified xsi:type="dcterms:W3CDTF">2025-06-11T01:33:07Z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